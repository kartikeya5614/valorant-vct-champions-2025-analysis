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79FC-949C-CD4E-E8D1-8EEA9BA24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E06FD-57EA-66BC-45AD-01A490E8B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416AE-D8A6-26CA-3C72-3F56D48B5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91-9FFB-456E-9E6E-F758E33F57F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99EBF-26F3-7D9A-96CB-A5D45C50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46EB7-D301-F902-A483-65AB8C0C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AAD7-8DF0-4F58-9F85-12EFFCD9A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411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4EFDB-C80F-DF5C-6FD5-27CCB7CA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EE4B8-7E8E-28F2-FB64-589E163BD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E116D-5B03-7ECA-9F1A-BF30AB694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91-9FFB-456E-9E6E-F758E33F57F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EC9CA-52FC-51AA-0726-2E105D7A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FE245-2291-3D2C-843D-AB08C8E64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AAD7-8DF0-4F58-9F85-12EFFCD9A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1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AF9C-4248-90FB-D030-ED97E1179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DD94A-B610-382F-A6A3-BC527E2A9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A8EFE-8276-2EEA-B4A6-43D94C27A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91-9FFB-456E-9E6E-F758E33F57F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83F5F-B674-EBA9-5E11-D9DAD54D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12305-55FB-F3F0-AAD8-618726F4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AAD7-8DF0-4F58-9F85-12EFFCD9A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77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35AA1-3C30-3968-A234-20B707106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6E137-BE55-03E0-F461-2A9892686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8DF9B-05E7-81CB-34ED-C1D512F43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B0DE9-7CB7-0588-B0AE-17550B2A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91-9FFB-456E-9E6E-F758E33F57F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D4533-EFC8-72D5-3DA4-DA3D54AFD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EE8C6-919E-DEF6-2191-760D0EC8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AAD7-8DF0-4F58-9F85-12EFFCD9A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901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AD547-0E2A-9C30-483A-C55C5597D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8D0EC-31DD-727A-1F07-29A4F535A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8656F-4428-FADF-8EB4-4D88C6D2F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BD6A3-7627-17DE-E89B-45EF508BE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FDBD1-0DE6-5ABC-FAF2-54A09AEF6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FAC62-BB89-D0F3-47EA-27CD39ABF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91-9FFB-456E-9E6E-F758E33F57F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7B47E-95EB-163B-F23C-ACE545150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2CE43-A6DB-7E1A-A843-885036A0B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AAD7-8DF0-4F58-9F85-12EFFCD9A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75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BC99-6EFC-E3CC-9D32-7AB23FA84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28CED-0170-0072-1B4A-233A215F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91-9FFB-456E-9E6E-F758E33F57F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7528F-2D4E-4CA2-835E-C84D35B6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11169-0813-8132-3F9B-E49A5DA35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AAD7-8DF0-4F58-9F85-12EFFCD9A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529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2B7F9E-A22F-B297-A582-E5D59A492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91-9FFB-456E-9E6E-F758E33F57F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B4880-F090-C942-F11D-4C417E026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860EE-17C2-18C0-C845-5864A454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AAD7-8DF0-4F58-9F85-12EFFCD9A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258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EE9F-17CE-C592-0F77-859C20C4E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5260E-CE46-3938-DD7F-C769CFDD2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327C81-05C0-34BD-F2E2-F8A87A6EA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11784-C2CD-7C5D-A646-EDE78436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91-9FFB-456E-9E6E-F758E33F57F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2F428-14F5-773F-308E-C85A1BFE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F477B-23F1-6AFA-5FA3-977973426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AAD7-8DF0-4F58-9F85-12EFFCD9A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546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351CE-3381-6FAB-4FBD-C368996F5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9D862-4EF0-2610-66FC-3CB6E901A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430AE-CE8B-1BC2-0C03-987EB9FEC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E50B9-7D92-E36A-3D24-CE32B36B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91-9FFB-456E-9E6E-F758E33F57F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E98C1-CC6E-84FB-A716-CFCDF9BF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F85F3-C696-9E05-BFCA-03BD84795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AAD7-8DF0-4F58-9F85-12EFFCD9A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78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AB916-426A-A01B-4D98-6CC51021B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055C2-D06F-05DB-7BFE-B537160C5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F2440-137A-CAC4-E637-96940CCE5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91-9FFB-456E-9E6E-F758E33F57F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A8D56-F19C-BAD6-6BF6-FC0EEDE77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10C3B-695D-497F-93C5-4AF4FF14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AAD7-8DF0-4F58-9F85-12EFFCD9A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41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9725FE-5624-272A-3FF0-D259ACD42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E9D12-FAD8-4A81-B70A-1BDA1AF0E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7CBA3-B5C4-C4E4-2670-31AD7AA1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2E991-9FFB-456E-9E6E-F758E33F57F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38D60-3203-E50E-A0B3-566432F6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744C8-0F9D-CC96-E038-1C564773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7AAD7-8DF0-4F58-9F85-12EFFCD9A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91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BB61B7-65E5-23F8-84BD-76EDA7F5C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F881B-6E6C-2C5F-E07F-C52110CB3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0DFCF-9EDE-E455-C8F1-B74CCF069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2E991-9FFB-456E-9E6E-F758E33F57F8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E7574-54E5-D984-BE2D-2A76FF617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5836A-0C4F-36DB-DC5F-FF49EADAE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7AAD7-8DF0-4F58-9F85-12EFFCD9A2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18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E0B7EA-249E-C88D-5354-D24749182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587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8F00D7-E329-84FD-2402-909E1343E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7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59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959BC4-1D41-9EE4-0784-C06794196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226" y="0"/>
            <a:ext cx="1229222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78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78FE6A-7BA4-5D46-A4D3-4EE7B1236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20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ACA20D-CDA7-E16A-FB8F-DAE9EE8E7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88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873349-0CC8-B54B-D02B-D21216CD3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17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229141-AC3F-E773-CC10-B04C1D307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21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kartikeya sahasrabudhe</dc:creator>
  <cp:lastModifiedBy>kartikeya sahasrabudhe</cp:lastModifiedBy>
  <cp:revision>7</cp:revision>
  <dcterms:created xsi:type="dcterms:W3CDTF">2026-02-16T15:16:33Z</dcterms:created>
  <dcterms:modified xsi:type="dcterms:W3CDTF">2026-02-16T15:22:23Z</dcterms:modified>
</cp:coreProperties>
</file>